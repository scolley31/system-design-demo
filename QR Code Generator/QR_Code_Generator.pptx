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驗證回 400，未全面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全面驗證 · 結構化錯誤 · 不 crash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端點限流，防 script 灌爆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 user，資料全域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登入 + user_id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metrics · 日誌 · 掛掉告警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設計有 cron，未實作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定期清過期/未點擊，防 DB bloat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