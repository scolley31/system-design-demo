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四種 Cache 策略 — 讀寫怎麼走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心法:cache 本質是 replication。兩個問題決定策略 →（1）誰是 master（DB 還是 cache）（2）複製是同步還是非同步。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策略沒有絕對對錯,看 write/read ratio、persistency、consistency 選最適合的。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31720"/>
          <a:ext cx="11109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3840480"/>
                <a:gridCol w="201168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讀（read）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寫（write）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master / 複製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先查 cache,miss → 讀 DB → 回填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DB（app 自己管 cache）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只跟 cache 要,cache 自己回源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同時寫 cache + DB,兩者成功才算完成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同步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先寫 cache,再非同步刷回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cache / 非同步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40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Cache Aside / Read Through:master 是 DB、寫只進 DB → cache 惰性補;差別只在「誰負責回源」(app vs cache 元件)。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Write Through / Write Back:寫會碰 cache;差別在對 DB 是同步(慢但不丟) 還是非同步(快但可能丟)。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優缺點・適用・本專案落點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3756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缺點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資料不丟;最易實作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首讀 cache miss;可能不一致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讀多、可靠優先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程式碼簡潔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 Cache Aside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cache miss(讀恆新)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寫入延遲增加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讀寫都要新鮮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miss;抗寫入重;減 DB 負荷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未刷回前可能丟資料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寫入重、可容忍丟失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 redirect:讀走 Cache Aside(miss 回填)、改/刪時 write-around=invalidate(見下一頁 09b)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為何是 Cache Aside 家族:read-heavy(302 遠多於寫)+ 連結/分析不能丟 → 不選 Write Back(未刷回可能丟);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不選 Write Through(多數 QR 從沒被掃,寫時全塞 cache 白佔記憶體)。TTL 兜底最終一致。 來源:homuchen.com/posts/databse-chache-strategies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09b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寫策略 — 讀 cache-aside，寫 write-around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2860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redirect 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78308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miss → 查 DB → 回填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78308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cache-aside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286000" cy="640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60604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 順手 set（暖）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0604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563EB"/>
                </a:solidFill>
                <a:latin typeface="PingFang TC"/>
                <a:ea typeface="PingFang TC"/>
              </a:rPr>
              <a:t>write-through（小優化）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228600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update / 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2900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→（commit 後）delete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42900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write-around / invalidate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為何寫時 invalidate 而非 write-through：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read-heavy 且非每筆會被讀 → write-through 白佔記憶體、擠掉熱門 token；write-around 只快取真正被讀的工作集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一致性更單純：update 直接刪 cache、下次讀從 DB 重建；順序 commit → 再 invalidate，避免 stale 回填 race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TTL 兜底最終一致；scan 分析寫入是非同步、不進此 cache（附錄 J）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何時反選 write-through：寫完馬上一定會讀（read-your-write 高頻，如 session）；redirect 建立與被掃無強時間關聯 → write-around 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