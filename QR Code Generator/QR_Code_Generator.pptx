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四種 Cache 策略 — 讀寫怎麼走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心法:cache 本質是 replication。兩個問題決定策略 →（1）誰是 master（DB 還是 cache）（2）複製是同步還是非同步。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策略沒有絕對對錯,看 write/read ratio、persistency、consistency 選最適合的。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31720"/>
          <a:ext cx="11109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3840480"/>
                <a:gridCol w="2011680"/>
              </a:tblGrid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讀（read）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寫（write）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master / 複製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先查 cache,miss → 讀 DB → 回填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DB（app 自己管 cache）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只跟 cache 要,cache 自己回源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同時寫 cache + DB,兩者成功才算完成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同步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先寫 cache,再非同步刷回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cache / 非同步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Cache Aside / Read Through:master 是 DB、寫只進 DB → cache 惰性補;差別只在「誰負責回源」(app vs cache 元件)。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使用時機:模型不同/後補/部分控制/自寫降級 → Cache Aside(app 回源,本專案);想藏回源、應用變薄、有原生 read-through 產品(如 DAX) → Read Through(cache 回源)。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Write Through / Write Back:寫會碰 cache;差別在對 DB 是同步(慢但不丟) 還是非同步(快但可能丟)。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優缺點・適用・本專案落點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109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3337560"/>
                <a:gridCol w="237744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缺點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資料不丟;最易實作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首讀 cache miss;可能不一致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讀多、可靠優先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程式碼簡潔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 Cache Aside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cache miss(讀恆新)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寫入延遲增加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讀寫都要新鮮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miss;抗寫入重;減 DB 負荷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未刷回前可能丟資料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寫入重、可容忍丟失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61772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本專案 redirect:讀走 Cache Aside(miss 回填)、改/刪時 write-around=invalidate(見下一頁 09b)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1500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為何是 Cache Aside 家族:read-heavy(302 遠多於寫)+ 連結/分析不能丟 → 不選 Write Back(未刷回可能丟);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不選 Write Through(多數 QR 從沒被掃,寫時全塞 cache 白佔記憶體)。TTL 兜底最終一致。 來源:homuchen.com/posts/databse-chache-strategies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09b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Cache 寫策略 — 讀 cache-aside，寫 write-around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22860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redirect 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63240" y="178308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miss → 查 DB → 回填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78308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cache-aside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2286000" cy="6400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create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260604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 順手 set（暖）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60604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563EB"/>
                </a:solidFill>
                <a:latin typeface="PingFang TC"/>
                <a:ea typeface="PingFang TC"/>
              </a:rPr>
              <a:t>write-through（小優化）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29000"/>
            <a:ext cx="228600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update / delete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342900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→（commit 後）delete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42900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write-around / invalidate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為何寫時 invalidate 而非 write-through：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read-heavy 且非每筆會被讀 → write-through 白佔記憶體、擠掉熱門 token；write-around 只快取真正被讀的工作集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一致性更單純：update 直接刪 cache、下次讀從 DB 重建；順序 commit → 再 invalidate，避免 stale 回填 race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TTL 兜底最終一致；scan 分析寫入是非同步、不進此 cache（附錄 J）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何時反選 write-through：寫完馬上一定會讀（read-your-write 高頻，如 session）；redirect 建立與被掃無強時間關聯 → write-around 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 + 降級 + 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+ JWT + owner_id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alarms→SNS + Logs + canary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+ Lambda 定時清理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(JWT auth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18288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(user pool)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2120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防灌爆：WAF per-IP + API Gateway 節流（縱深）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AUTH &amp; 多租戶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Cognito + API GW JWT authorizer + owner_id 隔離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1168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前端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(管理頁)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Hosted UI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登入(PKCE)→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28800"/>
            <a:ext cx="256032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GW JWT authorizer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未帶/無效 → 401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31089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EC2:取 sub=owner_id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依 owner 過濾/授權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2402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0100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06440"/>
                <a:gridCol w="38404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需登入 (JWT)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公開 (無 auth)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create / list / get / patch / delete / 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 掃描 · QR 圖 · /health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隔離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owner_id = Cognito sub;非擁有者一律 404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redirect/圖不分 owner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前端用 id token(帶 aud+email);API GW authorizer 在邊緣擋未授權,app 再取 sub 當 owner_id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env-gated:本機不設 AUTH_ENABLED → dev user『local-dev』、免登入,SQLite 照跑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env 開關 + 新 infra(Cognito/authorizer),已 validate/plan 通過(未 apply)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DATA CLEANUP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定時清理:EventBridge + Lambda（防 DB bloat）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743200" cy="8686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EventBridge Scheduler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 03:00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920240"/>
            <a:ext cx="274320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Lambda (VPC)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pg8000 純 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920240"/>
            <a:ext cx="237744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DELETE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0080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00400"/>
          <a:ext cx="11109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46520"/>
                <a:gridCol w="228600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清理目標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條件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預設保留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過期 QR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expires_at &lt; now - grace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軟刪除超期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is_deleted 且 updated_at &lt; now - retention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連帶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上述 token 的 scan_events 一併刪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單一來源:cleanup.py(SQLAlchemy+text SQL)Lambda 與本機共用;Lambda 用純 Python pg8000 免二進位打包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與 app 實例解耦(不用 app 內排程,免多實例重複跑/leader election);保留天數皆 Terraform 變數可調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MONITORING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CloudWatch alarms → SNS + Logs + Dashboard +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9260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CloudWatch Alarms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ALB/RDS/EC2/API GW/Lambda/CF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828800"/>
            <a:ext cx="237744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SNS topic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Email 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Synthetic Canary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 5 分 /health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74720" y="224028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309360" y="2240280"/>
            <a:ext cx="457200" cy="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017520"/>
          <a:ext cx="11109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98280"/>
              </a:tblGrid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內容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告警 alarms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ALB unhealthy/5xx/latency · RDS CPU/storage · ElastiCache · API GW 5xx · Lambda errors · CloudFront 5xx(us-east-1)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通知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 → SNS topic → email（alert_email,需點確認信）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App logs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容器 awslogs driver → CloudWatch Logs /qrcode/app（retention 14d）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Dashboard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qrcode-overview：ALB/RDS/EC2/API GW/Lambda 一頁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Canary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syn-nodejs-puppeteer 每 5 分探測 CloudFront /health → 失敗即 alarm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解決『服務掛了沒人知道』;canary 是端到端外部探測(連 CloudFront/整鏈路掛掉都測得到)。純 infra,已 validate/plan 通過(未 apply)。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ERROR HANDLING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壞輸入/依賴故障都優雅回應、不洩漏、可追蹤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109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915400"/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做法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全域處理器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未捕捉例外 → 500 不洩漏 + 記 traceback;422 驗證轉可讀字串(沿用 {detail})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依賴降級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故障 → redirect 走 DB(不 500);S3 失敗 → create fallback 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所有回應帶 X-Request-ID + 進日誌/錯誤 body(對應 CloudWatch Logs)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輸入健全化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body &gt; 64KB → 413;malformed JSON → 422;URL 長度 2048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錯誤格式沿用 {"detail"} → 相容前端;500 只回通用訊息 + request_id,traceback 僅進日誌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依賴降級讓「Redis/S3 掛掉」不再連帶整個請求 500;分析寫入失敗也只記 log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本機驗證:422/413/500(含 X-Request-ID)+ REDIS_URL 不可達時 redirect 仍 302。純 app,不動 infra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50× 推演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1k → 50k QPS：這套架構哪裡先崩？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QPS（大型客戶上線,流量瞬間 50×）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1099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017520"/>
                <a:gridCol w="745236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#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元件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為何崩（先 → 後）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DB 寫入 (scan_events)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每次 redirect 一筆 INSERT → 50k writes/s 打單一 RDS（單 AZ、無 replica）→ 最先爆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ASG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max_size=2 且無 scaling policy（固定 desired）→ 扛不住 50k 連線/CPU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stage rate=1000 + 帳號預設 ~10k RPS → 大量 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單節點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cache.t4g.micro 50k GET/s 高 CPU/網路、無讀擴展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Edge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CloudFront/ALB 可擴(LCU 成本↑);但 redirect 不快取 → 全額回源放大下游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結論：DB 的 scan 寫入最先崩——分析寫入沒和 redirect 解耦(唯一線性暴增又集中單點的寫入)。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 PIPELINE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解法:緩衝 + 批次聚合（解 DB 寫入瓶頸）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192024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redirect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put 1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920240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Kinesis / SQS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高吞吐緩衝(吸尖峰)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920240"/>
            <a:ext cx="24688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消費者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Lambda/KCL 批次聚合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28016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每日計數 rollup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(DynamoDB/RDS)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05740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原始明細歸檔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(S3 + Athena)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83464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即時分析(選)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OpenSearch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744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21208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046720" y="1600200"/>
            <a:ext cx="365760" cy="7315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46720" y="2331720"/>
            <a:ext cx="365760" cy="457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2331720"/>
            <a:ext cx="365760" cy="82296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02336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redirect 只丟事件進 stream(極快、緩衝吸 50k/s 尖峰),不再每次同步寫 RDS → 寫入降到批次級(對應第 14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ASG：target-tracking autoscaling + 提高 max(或 Fargate/Lambda)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讀路徑：Redis cluster/多節點 + 拉高熱門命中;RDS read replica 分攤 cache-miss 讀(第 16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edge：熱門 token 用 CloudFront 短 TTL 邊緣 redirect(附錄 B)在邊緣消化大半流量;API GW 調高 throttle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