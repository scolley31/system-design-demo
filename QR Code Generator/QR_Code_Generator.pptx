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壓力測試與極限擴展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當大型客戶上線，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流量瞬間暴增 50 倍，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這個架構哪會先崩潰？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05740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流量暴增 Scenario 推演（Server vs DB vs Network）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Event-Driven Analytics Pipeline 架構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System Design 面試實戰答題框架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343400"/>
            <a:ext cx="530352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4343400"/>
            <a:ext cx="82296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52628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課前準備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複習教材 Deep Dive 章節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