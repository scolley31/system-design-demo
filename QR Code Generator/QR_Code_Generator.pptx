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07b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圖片存哪 — BLOB-in-DB vs Object Store（第 15 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關鍵性質:QR 編的是不變短碼 /r/{token} → 圖是靜態內容,一次算好即可純讀;經典取捨:二進位大物該不該進 DB?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10995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77639"/>
                <a:gridCol w="438912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方案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劣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即時生成（原型）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零儲存、URL 改圖自動對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每次吃 CPU,高 QPS → app 變算圖機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存 DB（BLOB 欄位）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一致性簡單、一個 store、有交易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PNG 撐大表、吃 buffer pool/備份/複寫;DB 難放 CDN 後 → 貴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Object Store + CDN（採用）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水平無限、單價低、邊緣快取最低延遲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多一個 store、最終一致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2628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通則:DB 只存指標(object key / URL),bytes 放 object store —— DB 的價值在交易/索引/查詢,不是當檔案伺服器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為何不進 DB:圖只會被整包讀、不查內容 → 佔 buffer pool + 備份/複寫頻寬,且 DB 擋不住 CDN 前的流量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–  例外:小圖 + 低量 + 想少一個元件 → BLOB-in-DB 偶爾划算。樣式(dimension/color/border)不同視為不同圖,以 (token,樣式) 為 key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四種 Cache 策略 — 讀寫怎麼走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心法:cache 本質是 replication。兩個問題決定策略 →（1）誰是 master（DB 還是 cache）（2）複製是同步還是非同步。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策略沒有絕對對錯,看 write/read ratio、persistency、consistency 選最適合的。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31720"/>
          <a:ext cx="11109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3840480"/>
                <a:gridCol w="2011680"/>
              </a:tblGrid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讀（read）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寫（write）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master / 複製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先查 cache,miss → 讀 DB → 回填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DB（app 自己管 cache）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只跟 cache 要,cache 自己回源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同時寫 cache + DB,兩者成功才算完成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同步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先寫 cache,再非同步刷回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cache / 非同步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Cache Aside / Read Through:master 是 DB、寫只進 DB → cache 惰性補;差別只在「誰負責回源」(app vs cache 元件)。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使用時機:模型不同/後補/部分控制/自寫降級 → Cache Aside(app 回源,本專案);想藏回源、應用變薄、有原生 read-through 產品(如 DAX) → Read Through(cache 回源)。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Write Through / Write Back:寫會碰 cache;差別在對 DB 是同步(慢但不丟) 還是非同步(快但可能丟)。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優缺點・適用・本專案落點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109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3337560"/>
                <a:gridCol w="237744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缺點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資料不丟;最易實作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首讀 cache miss;可能不一致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讀多、可靠優先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程式碼簡潔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 Cache Aside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cache miss(讀恆新)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寫入延遲增加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讀寫都要新鮮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miss;抗寫入重;減 DB 負荷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未刷回前可能丟資料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寫入重、可容忍丟失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61772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本專案 redirect:讀走 Cache Aside(miss 回填)、改/刪時 write-around=invalidate(見下一頁 09b)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1500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為何是 Cache Aside 家族:read-heavy(302 遠多於寫)+ 連結/分析不能丟 → 不選 Write Back(未刷回可能丟);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不選 Write Through(多數 QR 從沒被掃,寫時全塞 cache 白佔記憶體)。TTL 兜底最終一致。 來源:homuchen.com/posts/databse-chache-strategies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09b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Cache 寫策略 — 讀 cache-aside，寫 write-around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22860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redirect 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63240" y="178308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miss → 查 DB → 回填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78308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cache-aside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2286000" cy="6400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create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260604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 順手 set（暖）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60604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563EB"/>
                </a:solidFill>
                <a:latin typeface="PingFang TC"/>
                <a:ea typeface="PingFang TC"/>
              </a:rPr>
              <a:t>write-through（小優化）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29000"/>
            <a:ext cx="228600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update / delete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342900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→（commit 後）delete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42900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write-around / invalidate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為何寫時 invalidate 而非 write-through：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read-heavy 且非每筆會被讀 → write-through 白佔記憶體、擠掉熱門 token；write-around 只快取真正被讀的工作集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一致性更單純：update 直接刪 cache、下次讀從 DB 重建；順序 commit → 再 invalidate，避免 stale 回填 race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TTL 兜底最終一致；scan 分析寫入是非同步、不進此 cache（附錄 J）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何時反選 write-through：寫完馬上一定會讀（read-your-write 高頻，如 session）；redirect 建立與被掃無強時間關聯 → write-around 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 + 降級 + 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+ JWT + owner_id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alarms→SNS + Logs + canary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+ Lambda 定時清理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(JWT auth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18288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(user pool)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2120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兩層限流 — Application Layer vs Infrastructure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情境:有人用 script 一秒打你 10 萬次,怎麼擋?兩層各有所長,production 通常縱深並用。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11099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617720"/>
              </a:tblGrid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維度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Application Layer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Infrastructure Layer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常見手段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token bucket / sliding window、per-API-key quota、回 429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CDN + WAF（擋 L3–L7 DDoS）、LB connection limit、API Gateway throttling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跑在哪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你的 server code（middleware、sidecar）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CDN edge、WAF、LB、API Gateway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看得到的資訊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業務 context（user ID、訂閱 tier、資源所有權、業務狀態）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HTTP 通用內容（IP、headers、URL、body bytes），不解業務語意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拒絕成本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高（已花 TCP+TLS+server CPU）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低（在 edge 丟掉，不耗 origin）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粒度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細（per user、per endpoint、per resource）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粗（per IP、per region、per connection）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623560"/>
            <a:ext cx="11109960" cy="9144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本專案目前只做 Infrastructure Layer（WAF per-IP + API GW 節流）—— 擋匿名洪水最划算;per-user/tier 的業務限流（App Layer）列為後續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本專案實作：WAF per-IP + API Gateway 節流（Infra 層縱深）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AUTH &amp; 多租戶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Cognito + API GW JWT authorizer + owner_id 隔離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1168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前端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(管理頁)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Hosted UI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登入(PKCE)→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28800"/>
            <a:ext cx="256032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GW JWT authorizer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未帶/無效 → 401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31089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EC2:取 sub=owner_id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依 owner 過濾/授權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2402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0100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06440"/>
                <a:gridCol w="38404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需登入 (JWT)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公開 (無 auth)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create / list / get / patch / delete / 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 掃描 · QR 圖 · /health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隔離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owner_id = Cognito sub;非擁有者一律 404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redirect/圖不分 owner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前端用 id token(帶 aud+email);API GW authorizer 在邊緣擋未授權,app 再取 sub 當 owner_id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env-gated:本機不設 AUTH_ENABLED → dev user『local-dev』、免登入,SQLite 照跑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env 開關 + 新 infra(Cognito/authorizer),已 validate/plan 通過(未 apply)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DATA CLEANUP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定時清理:EventBridge + Lambda（防 DB bloat）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743200" cy="8686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EventBridge Scheduler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 03:00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920240"/>
            <a:ext cx="274320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Lambda (VPC)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pg8000 純 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920240"/>
            <a:ext cx="237744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DELETE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0080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00400"/>
          <a:ext cx="11109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46520"/>
                <a:gridCol w="228600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清理目標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條件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預設保留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過期 QR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expires_at &lt; now - grace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軟刪除超期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is_deleted 且 updated_at &lt; now - retention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連帶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上述 token 的 scan_events 一併刪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單一來源:cleanup.py(SQLAlchemy+text SQL)Lambda 與本機共用;Lambda 用純 Python pg8000 免二進位打包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與 app 實例解耦(不用 app 內排程,免多實例重複跑/leader election);保留天數皆 Terraform 變數可調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MONITORING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CloudWatch alarms → SNS + Logs + Dashboard +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9260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CloudWatch Alarms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ALB/RDS/EC2/API GW/Lambda/CF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828800"/>
            <a:ext cx="237744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SNS topic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Email 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Synthetic Canary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 5 分 /health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74720" y="224028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309360" y="2240280"/>
            <a:ext cx="457200" cy="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017520"/>
          <a:ext cx="11109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98280"/>
              </a:tblGrid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內容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告警 alarms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ALB unhealthy/5xx/latency · RDS CPU/storage · ElastiCache · API GW 5xx · Lambda errors · CloudFront 5xx(us-east-1)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通知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 → SNS topic → email（alert_email,需點確認信）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App logs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容器 awslogs driver → CloudWatch Logs /qrcode/app（retention 14d）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Dashboard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qrcode-overview：ALB/RDS/EC2/API GW/Lambda 一頁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Canary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syn-nodejs-puppeteer 每 5 分探測 CloudFront /health → 失敗即 alarm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解決『服務掛了沒人知道』;canary 是端到端外部探測(連 CloudFront/整鏈路掛掉都測得到)。純 infra,已 validate/plan 通過(未 apply)。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ERROR HANDLING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壞輸入/依賴故障都優雅回應、不洩漏、可追蹤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109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915400"/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做法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全域處理器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未捕捉例外 → 500 不洩漏 + 記 traceback;422 驗證轉可讀字串(沿用 {detail})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依賴降級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故障 → redirect 走 DB(不 500);S3 失敗 → create fallback 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所有回應帶 X-Request-ID + 進日誌/錯誤 body(對應 CloudWatch Logs)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輸入健全化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body &gt; 64KB → 413;malformed JSON → 422;URL 長度 2048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錯誤格式沿用 {"detail"} → 相容前端;500 只回通用訊息 + request_id,traceback 僅進日誌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依賴降級讓「Redis/S3 掛掉」不再連帶整個請求 500;分析寫入失敗也只記 log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本機驗證:422/413/500(含 X-Request-ID)+ REDIS_URL 不可達時 redirect 仍 302。純 app,不動 infra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1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瓶頸在哪？—— DB 先爆還是 Server 先爆？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" cy="1325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943600" cy="1325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09928"/>
            <a:ext cx="5577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API Server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Redirect handler 邏輯簡單（查 token → 回 302）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CPU 不是瓶頸，水平擴展容易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08960"/>
            <a:ext cx="109728" cy="13258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3108960"/>
            <a:ext cx="5943600" cy="1325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18688"/>
            <a:ext cx="5577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Database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每次 redirect 都是一次 DB read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50K QPS read → 大多數單機 DB 扛不住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17720"/>
            <a:ext cx="109728" cy="13258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4617720"/>
            <a:ext cx="5943600" cy="1325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727448"/>
            <a:ext cx="5577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Network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302 response 很小（只有 Location header）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頻寬不是問題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1920240"/>
            <a:ext cx="4709160" cy="26517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194560"/>
            <a:ext cx="4206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</a:rPr>
              <a:t>結論：DB 是第一個瓶頸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教材估算 ~5,800 QPS redirect</a:t>
            </a:r>
          </a:p>
          <a:p>
            <a:pPr algn="l"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現在要 50K → 約 10 倍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解法方向：在 DB 前面擋一層 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讀側:cache 擋掉大多數 DB read（第 7 題 Redis 就是這層）→ 接著換「寫側(分析 scan_events)」變成下一個瓶頸(下頁)。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2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加 Cache 能解多少？—— 不同 hit rate 下 DB 承受量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50K redirect QPS 全打 DB → 撐不住;cache 擋掉 hit 的部分,DB 只收 miss。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965960"/>
          <a:ext cx="10058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00400"/>
                <a:gridCol w="3200400"/>
              </a:tblGrid>
              <a:tr h="49377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Cache Hit Rate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DB 實際 QPS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能撐嗎？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0%（沒 cache）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50,000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DC2626"/>
                          </a:solidFill>
                          <a:latin typeface="PingFang TC"/>
                          <a:ea typeface="PingFang TC"/>
                        </a:rPr>
                        <a:t>完全撐不住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90%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5,000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D97706"/>
                          </a:solidFill>
                          <a:latin typeface="PingFang TC"/>
                          <a:ea typeface="PingFang TC"/>
                        </a:rPr>
                        <a:t>勉強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95%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2,500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可以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99%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500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59669"/>
                          </a:solidFill>
                          <a:latin typeface="PingFang TC"/>
                          <a:ea typeface="PingFang TC"/>
                        </a:rPr>
                        <a:t>輕鬆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709160"/>
            <a:ext cx="11109960" cy="14173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活動 QR Code 特性:數量少（可能就幾十個）但每個 QPS 極高 → cache hit rate 可能 99%+ → DB 只收 ~500 QPS，完全可以。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（行銷活動印在海報上的少數 QR，被幾百萬人掃 → 極端集中的熱點,天生適合 cache。）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2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Cache 選型 — Local / Redis / CDN 三層比較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109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154680"/>
                <a:gridCol w="3154680"/>
                <a:gridCol w="315468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維度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Local Cache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Redis / Memcached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Edge Cache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最低（in-process）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中（network hop）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最低（離用戶近）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一致性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差（每台各一份）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好（共享）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差（purge 慢）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Hit Rate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sticky routing 則低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高（共享）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依流量集中度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容量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受限於 server 記憶體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獨立擴展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依 CDN 供應商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極熱 key、不常變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通用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靜態或少變內容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754880"/>
            <a:ext cx="1110996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 scenario 選 Redis + CDN 雙層:CDN 擋第一層（離用戶近、減 origin 流量）· Redis 擋第二層（CDN miss 不直接打 DB）· DB 只處理 cold start /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⚠ 雙層必要性看「規模 + 地理」:Local-only + 小流量 → 單層 Redis 也夠;跨區域 / &gt;100K QPS → 雙層必要。本專案落點:第 7 題 Redis（單層）+ 附錄 B CDN 邊緣變體（選配升級到雙層）。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3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的 TTL 兩難 + Analytics 缺口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86400" cy="18288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TTL 太長（例 24h）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URL 改了，CDN 在 TTL 內不更新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用戶還被導到舊目標頁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無法即時停用被濫用的 short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00200"/>
            <a:ext cx="5486400" cy="18288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TTL 太短（例 10s）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CDN 幾乎等於沒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大量流量穿透到 origin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失去 CDN 擋流量的意義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11880"/>
            <a:ext cx="11109960" cy="12344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解法:合理 TTL + 主動 invalidation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主動 purge：URL 改時呼叫 CDN purge API（Cloudflare 秒級 / CloudFront 分鐘級）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SWR (stale-while-revalidate)：max-age=300, swr=60 → 0–300s 回 cache；300–360s 回舊值+背景拉新（用戶 0 等待）；360s+ 同步 origin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29200"/>
            <a:ext cx="11109960" cy="10972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⚠ CDN 的副作用:analytics 缺口 —— CDN 命中時 request 不打到 API Server → 這部分流量永遠不 emit analytics event → Analytics Pipeline 需額外手段補（CDN logs / edge function / 取樣）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4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生成也要 50K QPS？—— Creation flow 會被打爆嗎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Hash-Based（教材方案）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SHA-256 是 stateless 運算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CPU bound → 水平擴展就行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加機器 = 加產能，線性擴展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Operational complexity 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Pre-generated Pool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事先產生一批 unique token 存 DB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寫入時直接分配 → 零 collision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Pool 會不會被耗盡？需背景 job 補充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Operational complexity 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709160"/>
            <a:ext cx="11109960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判斷:活動場景 creation QPS 遠低於 redirect QPS（建一次、掃千萬次）→ Hash-based 足夠,不需 pre-generated pool 的額外複雜度。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（token 生成不是這個 scenario 的瓶頸——瓶頸在 redirect 讀路徑,見 Step 1-3。）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50× 推演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1k → 50k QPS：這套架構哪裡先崩？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QPS（大型客戶上線,流量瞬間 50×）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1099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017520"/>
                <a:gridCol w="745236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#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元件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為何崩（先 → 後）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DB 寫入 (scan_events)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每次 redirect 一筆 INSERT → 50k writes/s 打單一 RDS（單 AZ、無 replica）→ 最先爆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ASG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max_size=2 且無 scaling policy（固定 desired）→ 扛不住 50k 連線/CPU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stage rate=1000 + 帳號預設 ~10k RPS → 大量 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單節點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cache.t4g.micro 50k GET/s 高 CPU/網路、無讀擴展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Edge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CloudFront/ALB 可擴(LCU 成本↑);但 redirect 不快取 → 全額回源放大下游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結論：DB 的 scan 寫入最先崩——分析寫入沒和 redirect 解耦(唯一線性暴增又集中單點的寫入)。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 PIPELINE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解法:緩衝 + 批次聚合（解 DB 寫入瓶頸）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192024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redirect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put 1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920240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Kinesis / SQS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高吞吐緩衝(吸尖峰)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920240"/>
            <a:ext cx="24688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消費者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Lambda/KCL 批次聚合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28016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每日計數 rollup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(DynamoDB/RDS)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05740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原始明細歸檔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(S3 + Athena)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83464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即時分析(選)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OpenSearch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744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21208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046720" y="1600200"/>
            <a:ext cx="365760" cy="7315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46720" y="2331720"/>
            <a:ext cx="365760" cy="457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2331720"/>
            <a:ext cx="365760" cy="82296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02336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redirect 只丟事件進 stream(極快、緩衝吸 50k/s 尖峰),不再每次同步寫 RDS → 寫入降到批次級(對應第 14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ASG：target-tracking autoscaling + 提高 max(或 Fargate/Lambda)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讀路徑：Redis cluster/多節點 + 拉高熱門命中;RDS read replica 分攤 cache-miss 讀(第 16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edge：熱門 token 用 CloudFront 短 TTL 邊緣 redirect(附錄 B)在邊緣消化大半流量;API GW 調高 throttle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你想記錄什麼？—— Who / When / Where / What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2651760" cy="137160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Who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IP / User-Agent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裝置類型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920240"/>
            <a:ext cx="26517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When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掃描時間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時區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26517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Where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Referer / GeoIP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來源頁面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0" y="1920240"/>
            <a:ext cx="26517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What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哪個 QR Code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目標 URL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94760"/>
            <a:ext cx="10972800" cy="9601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追問:這些資料若寫在 redirect 的 critical path 上 → 50K QPS 下每次多一個 DB write → DB 直接爆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所以拆兩條路徑:Redirect path（延遲敏感,要快 → Cache + DB）· Analytics path（量大可延遲,要穩 → Queue + Batch）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本專案:scan_events 明細（第 8 題非同步寫）+ 正式版事件流（附錄 J pipeline）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Analytics Store 選型 —— 記錄下來存哪、怎麼查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11283696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478024"/>
                <a:gridCol w="2478024"/>
                <a:gridCol w="2478024"/>
                <a:gridCol w="2478024"/>
              </a:tblGrid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OLTP (PostgreSQL)</a:t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Time-Series (TimescaleDB)</a:t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OLAP 自架 (ClickHouse)</a:t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OLAP serverless (Athena/BigQuery)</a:t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寫入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簡單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優化過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極快（batch）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便宜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趨勢查詢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慢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快（時間分區）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極快（columnar）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單筆查詢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快（索引）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慢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成本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適合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小規模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中規模+即時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大規模+即時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大規模+報表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754880"/>
            <a:ext cx="11292840" cy="12344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選型取決於查詢模式:即時 dashboard + 時間序列 → TimescaleDB｜即時 + 複雜聚合 → ClickHouse 自架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每日/每週報表 + 不想維運 → Athena / BigQuery 最划算（本專案附錄 J:S3 + Athena 歸檔 + RDS/DynamoDB 預聚合）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即時 dashboard vs 每日報表 —— 架構一樣嗎？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PingFang TC"/>
                <a:ea typeface="PingFang TC"/>
              </a:rPr>
              <a:t>即時 Dashboard（streaming，延遲 &lt; 秒級,複雜度/成本高）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Kafka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08960" y="22860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29000" y="1874519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Flink / Spark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97880" y="22860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217920" y="1874519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TimescaleDB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0" y="22860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006840" y="1874519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Dashboard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(即時更新)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PingFang TC"/>
                <a:ea typeface="PingFang TC"/>
              </a:rPr>
              <a:t>每日報表（batch，延遲 = 小時級,簡單便宜）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246888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SQS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38862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29000" y="3474720"/>
            <a:ext cx="246888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Consumer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S3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97880" y="38862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17920" y="3474720"/>
            <a:ext cx="246888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Daily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Batch Job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86800" y="38862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06840" y="347472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Report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(每日更新)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63440"/>
            <a:ext cx="11109960" cy="10515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面試重點:先問需求再選架構。大部分 QR Code 服務「每日報表就夠了」→ 不要過度設計。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（需要秒級即時才上 Kafka+Flink;否則 SQS + S3 + 每日 batch 最省。）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面試實戰 · FRAMEWORK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Design a QR Code Generator —— 45 分鐘時間分配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69164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0136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0–5 min：需求釐清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靜態 or 動態？需要 analytics 嗎？預期 QPS？→ 問對問題 = 第一個加分點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10972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78892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9864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5–15 min：High-Level Design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教材內容要能流暢畫完:Creation flow + Retrieval 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86200"/>
            <a:ext cx="109728" cy="914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88620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9592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15–35 min：Deep Dive（面試官挑 1–2 追問）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Token collision → Week 1｜流量暴增 → Block 2｜Analytics → Block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83480"/>
            <a:ext cx="109728" cy="914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498348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09320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35–45 min：收尾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總結 trade-off + 反問面試官問題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面試實戰 · PITFALLS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面試常見扣分點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3736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65376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需求沒問就開始畫圖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靜態 vs 動態都沒確認,直接假設 → 面試官質疑溝通能力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80360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88036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08376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只講 Happy Path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沒考慮 failure case:cache miss、DB 掛、token collision → 缺工程深度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402336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51376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Deep Dive 太淺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每個都講一點但都不深 → 不如挑一個講透,展示能「往下鑽」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516636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94376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沒有量化分析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只說「加 cache 就好」但不算 hit rate、不算 DB 負載 → 缺說服力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面試實戰 · PRACTICE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追問:Cache hit rate 掉到 50%，你怎麼辦？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109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7150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診斷方向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應對策略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Working set &gt; cache size（QR 數量暴增）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加大 Redis 記憶體 / Redis Cluster 分片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TTL 設太短 → 頻繁過期 miss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延長 TTL / stale-while-revalidate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Eviction policy 不對（LRU vs LFU）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有 hot key → 換 LFU（Redis 4.0+）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Bot 掃冷門 token → cache penetration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Negative caching：404 也 cache（短 TTL）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89204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答題要點:先「診斷」再「對策」—— 分辨是容量、TTL、eviction、還是穿透問題,對症下藥,而非一律「加機器」。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