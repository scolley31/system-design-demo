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828800"/>
            <a:ext cx="137160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5400" b="1">
                <a:solidFill>
                  <a:srgbClr val="FFFFFF"/>
                </a:solidFill>
                <a:latin typeface="PingFang TC"/>
                <a:ea typeface="PingFang TC"/>
              </a:rPr>
              <a:t>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PingFang TC"/>
                <a:ea typeface="PingFang TC"/>
              </a:rPr>
              <a:t>QR Code Generator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CBD5E1"/>
                </a:solidFill>
                <a:latin typeface="PingFang TC"/>
                <a:ea typeface="PingFang TC"/>
              </a:rPr>
              <a:t>System Design — 架構、API 與設計決策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Dynamic QR · FastAPI 原型 · 對齊 PDF 設計題 + repo 練習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01 · REQUIREMENTS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需求與規模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功能性 (FR)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提交 URL → 回 token + QR 圖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掃描短碼 → 302 導向原始 URL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可改目標 URL / 軟刪 / 設過期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掃描分析（總數、每日）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URL 驗證：正規化 + 惡意阻擋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非功能性 (NFR)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24/7 高可用 (HA)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Redirect 延遲 &lt; 100ms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10 億 QR、1 億用戶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讀多寫少 ≈ 100:1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容量估算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1B × ~200B ≈ 200GB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≈ 5,800 redirect / 秒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 億用戶 × 5 次/日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圖片 + redirect 為主流量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02 · API DESIGN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API 設計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657600"/>
                <a:gridCol w="612648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方法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路徑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說明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管理頁前端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POST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/api/v1/qr/create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建立 → {token, short_url, qr_code_url, original_url}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掃描入口：302 / 404(不存在) / 410(刪除·過期)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列出所有 QR（含掃描數，管理頁）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取得 metadata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PATCH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url / expires_at（部分更新）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DELETE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軟刪除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/api/v1/qr/{token}/image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QR PNG（dimension·color·border）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掃描統計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 · DATA MODEL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資料模型（時間一律存 UTC）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394960" cy="5029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url_mappings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 (PK)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 String(8)  UNIQUE · index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original_url  Text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created_at / updated_at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expires_at  (nullable)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is_deleted  Boolean  ← 軟刪除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645920"/>
            <a:ext cx="5394960" cy="5029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scan_events  (分析明細)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(PK) · token · scanned_at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user_agent · ip_address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index (token, scanned_at)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 → 獨立分析庫 + 預聚合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daily_counts(token, date, count)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03b · DB SCHEMA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資料庫 Schema (DDL) · schema.sql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53212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url_mappings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original_url  TEXT  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created_at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updated_at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expires_at    DATETIME    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is_deleted    BOOLEAN  NOT NULL DEFAULT 0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UNIQUE INDEX ix_url_mappings_token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url_mappings (token);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00200"/>
            <a:ext cx="534924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scan_events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scanned_at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user_agent  VARCHAR(500)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ip_address  VARCHAR(45)  NULL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INDEX idx_token_scanned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scan_events (token, scanned_at);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token：8 碼 Base62；UNIQUE 索引兼碰撞安全網（第 5 題）+ redirect O(log n) 查找（第 2 題）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is_deleted 軟刪除（第 12 題）· expires_at 惰性過期（第 13 題）· 時間一律存 UTC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scan_events：分析明細 + 複合索引；正式版改獨立分析庫 + 預聚合（第 14 題）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04 · HIGH-LEVEL ARCHITECTURE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高階架構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64592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掃描者/瀏覽器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2103120"/>
            <a:ext cx="1645920" cy="86868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2103120"/>
            <a:ext cx="219456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QR Service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(stateless, 水平擴展)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9456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29768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863840" y="1371600"/>
            <a:ext cx="3749039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Redis  快取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(redirect 熱路徑, TTL)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2286000"/>
            <a:ext cx="3749039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Primary DB → Read Replicas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(寫走主 · 讀走副 · failover)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246120"/>
            <a:ext cx="3749039" cy="7315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Object Store + CDN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(QR 圖片靜態內容)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4069080"/>
            <a:ext cx="3749039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佇列 → 分析庫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(非同步 scan · 預聚合)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949440" y="1737360"/>
            <a:ext cx="914400" cy="795528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949440" y="2532888"/>
            <a:ext cx="914400" cy="1645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2532888"/>
            <a:ext cx="914400" cy="10789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49440" y="2532888"/>
            <a:ext cx="914400" cy="190195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5486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讀多寫少：redirect 先打 Redis，miss 才到 DB（read replica）；QR 圖片走 CDN；scan 非同步進分析庫。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05 · CREATE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建立流程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468880"/>
            <a:ext cx="169164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驗證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保守正規化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+ 惡意/SSRF 檢查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59152" y="2468880"/>
            <a:ext cx="169164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② 生 token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SHA-256+nonce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→Base62→8 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15384" y="2468880"/>
            <a:ext cx="169164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③ 寫 DB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直接插入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UNIQUE 重試 ≤10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71616" y="2468880"/>
            <a:ext cx="169164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④ 暖 cache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token→URL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寫進 Redis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27848" y="2468880"/>
            <a:ext cx="169164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生圖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預生成 QR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 object store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468880"/>
            <a:ext cx="169164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⑥ 回應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 / short_url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/ qr_code_url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9768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關鍵：第 ③ 步「直接插入 + UNIQUE 例外重試」取代 repo 的「先查再插」，消除高並發 race。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token 碰撞在大規模下必然發生，靠 DB UNIQUE + 重試兜底（nonce 只防『同 URL 同 token』，不防碰撞）。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 · REDIRECT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掃描 / Redirect 流程（&lt; 100ms 關鍵路徑）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2103120" cy="7315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掃描者瀏覽器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554480"/>
            <a:ext cx="2377440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查 Cache (Redis)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51760" y="192024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017520" y="2651760"/>
            <a:ext cx="23774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+ 未過期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554480"/>
            <a:ext cx="246888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查 DB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(read replica)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394960" y="192024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686800" y="123444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找不到  →  404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8321040" y="1554480"/>
            <a:ext cx="365760" cy="3657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686800" y="205740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is_deleted  →  410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21040" y="1920240"/>
            <a:ext cx="365760" cy="45720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686800" y="288036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已過期  →  410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321040" y="1920240"/>
            <a:ext cx="365760" cy="1280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686800" y="370332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正常  →  ③ 回填 cache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21040" y="1920240"/>
            <a:ext cx="365760" cy="21031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017520" y="4480560"/>
            <a:ext cx="5303520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④ 排程非同步記 scan (BackgroundTasks) → 不擋跳轉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17520" y="5394960"/>
            <a:ext cx="530352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回 302  Location: 原始 URL  → 瀏覽器自動跟隨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06240" y="3291840"/>
            <a:ext cx="0" cy="1188720"/>
          </a:xfrm>
          <a:prstGeom prst="line">
            <a:avLst/>
          </a:prstGeom>
          <a:ln w="2222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321040" y="4343400"/>
            <a:ext cx="1828800" cy="5029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06b · LATENCY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redirect &lt; 100ms — 兩層查找 + 索引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219456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掃描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874519"/>
            <a:ext cx="306324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Cache (Redis)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O(1) · &lt;1ms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00400" y="2971800"/>
            <a:ext cx="306324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302 ✅ 不碰 DB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27448" y="2697480"/>
            <a:ext cx="0" cy="2743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720840" y="1874519"/>
            <a:ext cx="493776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SELECT WHERE token=?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走 ix_url_mappings_token · O(log n)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26364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20840" y="2971800"/>
            <a:ext cx="493776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回填 cache → 302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89720" y="269748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411480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索引對比（查 1 個 token、10 億筆）：無索引 = 全表掃描 O(n)，數秒；有索引 = B-tree O(log n)，次毫秒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記錄非同步（BackgroundTasks），不算進這條延遲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三道防線：cache 擋多數讀（第 7 題）+ token 索引讓 miss 也快（第 2 題）+ scan 非同步不擋路（第 8 題）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正式版再加 read replica 分攤 ~5,800 QPS（第 16 題）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07 · QR IMAGE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取 QR 圖片流程  ·  GET /api/v1/qr/{token}/image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94560"/>
            <a:ext cx="173736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① 驗證 token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找不到/已軟刪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404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22576" y="2194560"/>
            <a:ext cx="173736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組短碼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short_url =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BASE_URL+"/r/{token}"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9936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87952" y="2194560"/>
            <a:ext cx="173736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③④ 算矩陣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編碼→糾錯(RS)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→2D 模組矩陣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25312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53328" y="2194560"/>
            <a:ext cx="173736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⑤ 算像素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每模組→方塊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border=quiet zone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90688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18704" y="2194560"/>
            <a:ext cx="173736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⑥⑦ PNG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BytesIO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選填 dimension 縮放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56064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194560"/>
            <a:ext cx="173736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⑧ 串流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StreamingResponse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image/png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023360"/>
            <a:ext cx="111556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⚠ 編進 QR 的是『不變的短碼 /r/{token}』，不是原始 URL —— dynamic QR 關鍵：改目標 URL 不需重生圖。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QR 原理：字串 → byte 編碼 → Reed-Solomon 糾錯（破損仍可掃）→ 排入矩陣（finder/timing/alignment + 遮罩）。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圖片是靜態內容 → 原型即時生成；正式版預生成存 object store + CDN（第 15 題）。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樣式參數：dimension（像素邊長）· color（hex 黑塊色）· border（quiet zone 模組數）。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1 — Token 生成與碰撞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演算法：SHA-256(url + nonce) → Base62 → 取前 8 碼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nonce = 時間戳_重試次數，打破 SHA-256 的確定性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作用：讓同一個 URL 每次也產生不同 token（第 4 題：不去重）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⚠ nonce 只解決『確定性』，不解決『碰撞』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碰撞數學：截斷成 8 碼後空間 = 62^8 ≈ 2.18×10^14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10 億規模下碰撞『必然』發生（預期 ~2,290 次）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7 碼 → 8 碼：空間 ×62、預期碰撞降到 1/62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安全網：DB token UNIQUE + 直接插入例外重試（≤10）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每筆插入碰撞率 ~0.0005%，重試幾乎都第 2 次成功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08b · TOKEN INTERNALS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實作 — Hash → Encode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57400"/>
            <a:ext cx="1737360" cy="11887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url + nonce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字串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13432" y="2057400"/>
            <a:ext cx="1737360" cy="118872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.encode()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bytes (UTF-8)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69664" y="2057400"/>
            <a:ext cx="1737360" cy="11887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sha256().digest()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32 bytes 指紋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25896" y="2057400"/>
            <a:ext cx="1737360" cy="11887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int.from_bytes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256-bit 大整數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882128" y="2057400"/>
            <a:ext cx="1737360" cy="11887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base62 ÷62 取餘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~43 字元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38360" y="2057400"/>
            <a:ext cx="1737360" cy="11887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[:8]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token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Hash（攪亂）：sha256(...).digest() 壓成固定 32 bytes 指紋 — 確定性·雪崩·單向（.hexdigest() 則回 64 字元 hex）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Encode（變短碼）：大整數不斷 ÷62 記餘數 → 餘數 0–61 對映 0-9a-zA-Z；reversed 因餘數從最低位算起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選 Base62 而非 Base64：不含 / + = → URL 安全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截斷：62^43 ≈ 2^256，取前 8 碼 → 空間砍到 62^8（碰撞源於此）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⚠ 兩個 encode：(url+nonce).encode() 是文字→bytes；base62_encode() 是 bytes→文字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範例：3842 → 餘60='Y'、餘61='Z' → reversed → "ZY"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08c · TOKEN 策略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生成策略比較（演進路徑）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109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00200"/>
                <a:gridCol w="1600200"/>
                <a:gridCol w="1600200"/>
                <a:gridCol w="3017520"/>
              </a:tblGrid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策略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簡單度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唯一性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可預測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適用場景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Auto-increment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高（危險）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內部系統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隨機字串 / UUID 截短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低流量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純 hash(URL)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✗ 同 URL 同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SHA-256+nonce+Base62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通用方案 ← 採用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Pre-generated Pool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高流量 · 零碰撞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Snowflake-like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分散式系統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演進：隨機（碰撞靠運氣）→ 純 hash（同 URL 同 token、無法獨立追蹤）→ SHA-256+nonce（換 nonce 確定性重試 + DB 兜底）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進階：Pre-generated Pool（寫入零碰撞，適合超高寫入）· Snowflake-like（分散式本地生成）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我們選 SHA-256+nonce 為通用方案；寫入流量再上去可換 Pre-generated Pool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09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2 — 302、快取、非同步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302 而非 301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301 被瀏覽器快取 → 跳過我方 server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→ 無法改/刪/統計；故選 302 每次回源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Cache：Redis（非行程內 dict）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stateless 多台共享 + 全域 invalidation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行程內 dict 會讓 PATCH/DELETE 失效漏清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含 TTL 作最終一致性保險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非同步寫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redirect 是 &lt;100ms + ~5,800 QPS 熱路徑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分析可容忍延遲/少量遺失 → 不擋跳轉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原型 BackgroundTasks；正式版佇列+worker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index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避免全表掃描，redirect 直接命中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10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3 — 可靠性與資料語意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軟刪除（is_deleted）：支撐 410 語意、保留分析、避免 token 回收風險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錯誤語意：404（從未存在） vs 410（曾存在已刪/過期）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掃描路徑刪除回 410；管理 API 已刪回 404（刻意差異）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惰性過期 + cron 兜底：掃描即時檢查過期；cron 清過期/通知未點擊/物理清理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URL 保守正規化：只 lower-case host，保留 path/query 與原 scheme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修正 repo 的整串小寫（破壞 path）+ 強制 https（導向失效站）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惡意阻擋：黑名單 + SSRF/內網位址（localhost·127.*·私網），正式版接 Safe Browsing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 · SCALING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擴展策略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App server stateless → 增加 instance 水平擴展（cache 外置 Redis）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DB：單 primary + 多 read replica（讀走副）+ primary 掛 failover 升主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複寫延遲：create 後暖 cache 緩解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分片：以 token hash 為鍵（均勻），列為未來選項（200GB 目前單機足夠）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QR 圖片：object store + CDN（靜態內容，目標 URL 改不需重生圖）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分析：佇列 → 獨立分析庫 + 預聚合每日計數表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清理 cron：清過期 / 通知後刪長期未點擊 / 物理清理超期軟刪 + invalidate cache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11b · READ REPLICA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Read-heavy → 讀寫分離 + Read Replica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4864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容量：1B × 200B = 200GB（單機放得下）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讀流量：1 億 users × 5/日 = 5 億 redirects/日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            5 億 ÷ 86,400s ≈ 5,787 redirects/秒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讀寫比：≈ 100:1（讀 ≫ 寫）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→ 瓶頸是「讀吞吐」、不是容量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59669"/>
                </a:solidFill>
                <a:latin typeface="PingFang TC"/>
                <a:ea typeface="PingFang TC"/>
              </a:rPr>
              <a:t>→ 讀寫分離 + 多個 read replica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2286000"/>
            <a:ext cx="1645920" cy="9144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App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0" y="1737360"/>
            <a:ext cx="301752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Primary (Write)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269748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342900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416052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N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7772400" y="2103120"/>
            <a:ext cx="822960" cy="457200"/>
          </a:xfrm>
          <a:prstGeom prst="line">
            <a:avLst/>
          </a:prstGeom>
          <a:ln w="20320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772400" y="2880360"/>
            <a:ext cx="822960" cy="10972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72400" y="3017520"/>
            <a:ext cx="822960" cy="70408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772400" y="3108960"/>
            <a:ext cx="822960" cy="134416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635240" y="2057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PingFang TC"/>
                <a:ea typeface="PingFang TC"/>
              </a:rPr>
              <a:t>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200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PingFang TC"/>
                <a:ea typeface="PingFang TC"/>
              </a:rPr>
              <a:t>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104120" y="2468880"/>
            <a:ext cx="0" cy="22860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241280" y="2395728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非同步複寫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寫走 primary、讀走 replica（load-balanced）；讀不夠就加 replica 水平擴讀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配合 Redis cache，真正打到 DB 的讀已先被擋掉一大半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failover：primary 掛 → 升一台 read replica 為新 primary；複寫延遲靠 create 後暖 cache 緩解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12 · IMPROVEMENTS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對參考 repo 的關鍵改良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16916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7647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先查再插 → 直接插入 + UNIQUE 例外重試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消除高並發 race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17320" y="26060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6791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行程內 dict cache → Redis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stateless 一致性（invalidation 全域生效）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204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5204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35935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同步寫 scan → 非同步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不擋 redirect 關鍵路徑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348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17320" y="44348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45079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整串小寫 → 保守正規化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避免破壞 path 大小寫 / 導向失效站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492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17320" y="53492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54223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token 7 碼 → 8 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碰撞預期 ×1/62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NOSQL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替代方案 — DynamoDB 風格 key 設計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548640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直覺方案  PK=user_id · SK=created_at#qr_token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48640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列出我的 QR：Query PK=user_id 天生最佳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❌ redirect 只有 token、沒 user_id → 定位不到分區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→ 退化成 Scan O(n)，違反 &lt;100ms（致命）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08760"/>
            <a:ext cx="53949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建議  base PK=qr_token + GSI(user_id, created_at)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103120"/>
            <a:ext cx="539496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240280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redirect：GetItem(PK=qr_token) O(1)、強一致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列我的 QR：走 GSI(PK=user_id)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qr_token 高亂度 → 均勻分區，避免 hot partition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唯一性：條件寫入 attribute_not_exists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114800"/>
          <a:ext cx="111099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88920"/>
                <a:gridCol w="2788920"/>
                <a:gridCol w="2788920"/>
              </a:tblGrid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存取模式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SQL（現況）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PK=user_id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PK=qr_token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redirect 查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B-tree O(log n)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Scan O(n) ❌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GetItem O(1)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列出我的 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WHERE user_id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天生最佳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GSI 查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token 唯一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UNIQUE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需額外處理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條件寫入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61722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NoSQL 先列存取模式、再決定 key；redirect（token→URL）是這個系統的第一公民。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CDN EDGE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CDN 邊緣 redirect 變體（可選最佳化）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主設計選擇不快取 redirect（回源保即時改/刪 + 分析）。302 與 CDN 無因果——302 仍可設短 TTL 讓 CDN 快取；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真正取捨是「快取 redirect vs 即時性/分析」。本變體：熱門 token 的 302 設短 TTL、邊緣直接跳，換更低延遲。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01168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掃描者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920240"/>
            <a:ext cx="3291840" cy="10515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CDN Edge（近使用者）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edge cache: token→URL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短 TTL（例 60s）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242316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017520" y="3337560"/>
            <a:ext cx="3291840" cy="7772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CDN 直接回 302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不回源 · 最低延遲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63440" y="2971800"/>
            <a:ext cx="0" cy="36576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675120" y="2057400"/>
            <a:ext cx="4937760" cy="8686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miss → 回源 Service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Cache/DB → 回 302（CDN 記短 TTL）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0" y="242316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34340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60520"/>
                <a:gridCol w="420624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主設計（回源 + Redis）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CDN 邊緣變體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延遲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低（回源 + Redis）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最低（邊緣直接跳）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/ 刪即時性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立即生效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內延遲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掃描分析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每次都記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內漏記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預設不採用；列為超高流量、目標穩定的熱門 QR 之可選最佳化（短 TTL 控制誤差）。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PROD GAP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從 Prototype 到 Production 的落差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動態 QR 把 server 變成 SPOF → caching + CDN + monitoring 不是加分項，是必要代價。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65960"/>
          <a:ext cx="111099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840480"/>
                <a:gridCol w="4343400"/>
              </a:tblGrid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原型現況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Production 需要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Error handling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驗證回 400，未全面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全面驗證 · 結構化錯誤 · 不 crash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Rate limiting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無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端點限流，防 script 灌爆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Auth &amp; 多租戶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無 user，資料全域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登入 + user_id 隔離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Monitoring / Alerting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無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metrics · 日誌 · 掛掉告警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Data cleanup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設計有 cron，未實作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定期清過期/未點擊，防 DB bloat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Caching /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記憶體 + 即時生圖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+ object store +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rate limiting · auth/多租戶 · monitoring 是目前完全沒談、production 前必補的三塊。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原型狀態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PingFang TC"/>
                <a:ea typeface="PingFang TC"/>
              </a:rPr>
              <a:t>可跑的 FastAPI 實作 + 管理頁前端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7 個 API 端點 + 管理頁前端（建立/清單/編輯/刪除/分析）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全部 curl 驗證通過：302 / 404 / 410 / 8 碼 token / 正規化 / SSRF / 過期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production 替換點已在程式註解標明（Redis / 佇列 / CDN / 預聚合 / PostgreSQL）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設計依據：DESIGN.md（16 題決策 + 優劣分析）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