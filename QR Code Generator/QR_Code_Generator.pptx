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驗證回 400，未全面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全面驗證 · 結構化錯誤 · 不 crash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壓力測試與極限擴展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當大型客戶上線，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流量瞬間暴增 50 倍，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F172A"/>
                </a:solidFill>
                <a:latin typeface="PingFang TC"/>
                <a:ea typeface="PingFang TC"/>
              </a:rPr>
              <a:t>這個架構哪會先崩潰？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205740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流量暴增 Scenario 推演（Server vs DB vs Network）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Event-Driven Analytics Pipeline 架構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172A"/>
                </a:solidFill>
                <a:latin typeface="PingFang TC"/>
                <a:ea typeface="PingFang TC"/>
              </a:rPr>
              <a:t>•  System Design 面試實戰答題框架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4343400"/>
            <a:ext cx="530352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4343400"/>
            <a:ext cx="82296" cy="10515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526280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課前準備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複習教材 Deep Dive 章節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