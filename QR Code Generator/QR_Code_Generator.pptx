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07b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圖片存哪 — BLOB-in-DB vs Object Store（第 15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關鍵性質:QR 編的是不變短碼 /r/{token} → 圖是靜態內容,一次算好即可純讀;經典取捨:二進位大物該不該進 DB?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1099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即時生成（原型）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零儲存、URL 改圖自動對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每次吃 CPU,高 QPS → app 變算圖機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存 DB（BLOB 欄位）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一致性簡單、一個 store、有交易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PNG 撐大表、吃 buffer pool/備份/複寫;DB 難放 CDN 後 → 貴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Object Store + CDN（採用）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水平無限、單價低、邊緣快取最低延遲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多一個 store、最終一致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通則:DB 只存指標(object key / URL),bytes 放 object store —— DB 的價值在交易/索引/查詢,不是當檔案伺服器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為何不進 DB:圖只會被整包讀、不查內容 → 佔 buffer pool + 備份/複寫頻寬,且 DB 擋不住 CDN 前的流量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–  例外:小圖 + 低量 + 想少一個元件 → BLOB-in-DB 偶爾划算。樣式(dimension/color/border)不同視為不同圖,以 (token,樣式) 為 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