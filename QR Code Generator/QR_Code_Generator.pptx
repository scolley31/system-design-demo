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07b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圖片存哪 — BLOB-in-DB vs Object Store（第 15 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關鍵性質:QR 編的是不變短碼 /r/{token} → 圖是靜態內容,一次算好即可純讀;經典取捨:二進位大物該不該進 DB?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10995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77639"/>
                <a:gridCol w="438912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方案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劣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即時生成（原型）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零儲存、URL 改圖自動對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每次吃 CPU,高 QPS → app 變算圖機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存 DB（BLOB 欄位）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一致性簡單、一個 store、有交易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PNG 撐大表、吃 buffer pool/備份/複寫;DB 難放 CDN 後 → 貴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Object Store + CDN（採用）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水平無限、單價低、邊緣快取最低延遲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多一個 store、最終一致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2628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通則:DB 只存指標(object key / URL),bytes 放 object store —— DB 的價值在交易/索引/查詢,不是當檔案伺服器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為何不進 DB:圖只會被整包讀、不查內容 → 佔 buffer pool + 備份/複寫頻寬,且 DB 擋不住 CDN 前的流量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–  例外:小圖 + 低量 + 想少一個元件 → BLOB-in-DB 偶爾划算。樣式(dimension/color/border)不同視為不同圖,以 (token,樣式) 為 key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四種 Cache 策略 — 讀寫怎麼走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心法:cache 本質是 replication。兩個問題決定策略 →（1）誰是 master（DB 還是 cache）（2）複製是同步還是非同步。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策略沒有絕對對錯,看 write/read ratio、persistency、consistency 選最適合的。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31720"/>
          <a:ext cx="11109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3840480"/>
                <a:gridCol w="201168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讀（read）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寫（write）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master / 複製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先查 cache,miss → 讀 DB → 回填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DB（app 自己管 cache）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只跟 cache 要,cache 自己回源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同時寫 cache + DB,兩者成功才算完成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同步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先寫 cache,再非同步刷回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/ 非同步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Cache Aside / Read Through:master 是 DB、寫只進 DB → cache 惰性補;差別只在「誰負責回源」(app vs cache 元件)。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使用時機:模型不同/後補/部分控制/自寫降級 → Cache Aside(app 回源,本專案);想藏回源、應用變薄、有原生 read-through 產品(如 DAX) → Read Through(cache 回源)。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Write Through / Write Back:寫會碰 cache;差別在對 DB 是同步(慢但不丟) 還是非同步(快但可能丟)。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優缺點・適用・本專案落點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3756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資料不丟;最易實作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首讀 cache miss;可能不一致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讀多、可靠優先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程式碼簡潔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 Cache Aside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cache miss(讀恆新)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寫入延遲增加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讀寫都要新鮮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miss;抗寫入重;減 DB 負荷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未刷回前可能丟資料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寫入重、可容忍丟失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 redirect:讀走 Cache Aside(miss 回填)、改/刪時 write-around=invalidate(見下一頁 09b)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為何是 Cache Aside 家族:read-heavy(302 遠多於寫)+ 連結/分析不能丟 → 不選 Write Back(未刷回可能丟);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不選 Write Through(多數 QR 從沒被掃,寫時全塞 cache 白佔記憶體)。TTL 兜底最終一致。 來源:homuchen.com/posts/databse-chache-strategies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兩層限流 — Application Layer vs Infrastructure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情境:有人用 script 一秒打你 10 萬次,怎麼擋?兩層各有所長,production 通常縱深並用。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109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61772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Application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Infrastructure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常見手段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token bucket / sliding window、per-API-key quota、回 429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+ WAF（擋 L3–L7 DDoS）、LB connection limit、API Gateway throttling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跑在哪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你的 server code（middleware、sidecar）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edge、WAF、LB、API Gateway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看得到的資訊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業務 context（user ID、訂閱 tier、資源所有權、業務狀態）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HTTP 通用內容（IP、headers、URL、body bytes），不解業務語意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拒絕成本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高（已花 TCP+TLS+server CPU）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低（在 edge 丟掉，不耗 origin）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粒度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細（per user、per endpoint、per resource）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粗（per IP、per region、per connection）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623560"/>
            <a:ext cx="11109960" cy="9144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本專案目前只做 Infrastructure Layer（WAF per-IP + API GW 節流）—— 擋匿名洪水最划算;per-user/tier 的業務限流（App Layer）列為後續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本專案實作：WAF per-IP + API Gateway 節流（Infra 層縱深）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1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瓶頸在哪？—— DB 先爆還是 Server 先爆？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0992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API Server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Redirect handler 邏輯簡單（查 token → 回 302）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CPU 不是瓶頸，水平擴展容易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08960"/>
            <a:ext cx="109728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310896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Database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每次 redirect 都是一次 DB read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50K QPS read → 大多數單機 DB 扛不住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13258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461772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72744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Network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302 response 很小（只有 Location header）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頻寬不是問題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920240"/>
            <a:ext cx="4709160" cy="26517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194560"/>
            <a:ext cx="4206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結論：DB 是第一個瓶頸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教材估算 ~5,800 QPS redirect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現在要 50K → 約 10 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解法方向：在 DB 前面擋一層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讀側:cache 擋掉大多數 DB read（第 7 題 Redis 就是這層）→ 接著換「寫側(分析 scan_events)」變成下一個瓶頸(下頁)。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